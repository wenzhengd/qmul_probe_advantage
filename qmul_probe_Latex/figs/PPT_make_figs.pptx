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47095" initials="a" lastIdx="1" clrIdx="0">
    <p:extLst>
      <p:ext uri="{19B8F6BF-5375-455C-9EA6-DF929625EA0E}">
        <p15:presenceInfo xmlns:p15="http://schemas.microsoft.com/office/powerpoint/2012/main" userId="S::a47095@t1a3.top::de7b30e3-e465-4db3-9716-b2c501e86c7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01E8F6"/>
    <a:srgbClr val="FF7F7F"/>
    <a:srgbClr val="FFFF5A"/>
    <a:srgbClr val="00DFF0"/>
    <a:srgbClr val="E6D3F4"/>
    <a:srgbClr val="D073E8"/>
    <a:srgbClr val="EE27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0"/>
    <p:restoredTop sz="94715"/>
  </p:normalViewPr>
  <p:slideViewPr>
    <p:cSldViewPr snapToGrid="0" snapToObjects="1">
      <p:cViewPr>
        <p:scale>
          <a:sx n="168" d="100"/>
          <a:sy n="168" d="100"/>
        </p:scale>
        <p:origin x="195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15T20:41:18.316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8B62B-9AC1-5342-9E93-F29AF02CE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243BC-E824-3645-9105-8BA5C20DC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7CC39-1E63-6D41-89D4-EEADD74BC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2D5B-6925-4247-B181-DD02979FBDB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94610-0072-8D4F-923C-CA203B268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50287-E965-1940-8ED3-FD0C1DF9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6F59-F042-5D4F-A4C6-AB1781E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A702-E59E-1942-A422-E9E3AE417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2118C-4585-1A4A-9E08-3DA040851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7DD58-2864-5340-B822-5A8302D6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2D5B-6925-4247-B181-DD02979FBDB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CB798-F5AE-BB47-A60B-D4D7AF277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96446-9AAC-224A-AC74-9174FDC6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6F59-F042-5D4F-A4C6-AB1781E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38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2624-E8F5-2A49-A643-9CA670FE0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07242-164D-8D48-B4D6-408759267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49E6F-D7EA-F04F-8DFF-B99906D1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2D5B-6925-4247-B181-DD02979FBDB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FBE45-BF22-E146-96B1-021AD529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4CAE7-BE64-6540-B53A-E8422AD2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6F59-F042-5D4F-A4C6-AB1781E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42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C8EE9-69E8-1346-B331-A2863327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18ED9-179C-F643-A288-4F6276779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E4766-8F5E-3D4B-B57C-2C45A392A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344F3-6C03-DC4C-B810-E6CA77D4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2D5B-6925-4247-B181-DD02979FBDB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1710C-DBFC-1C4F-850D-5859B6511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59B34-9E7A-4743-9D10-CD17C36F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6F59-F042-5D4F-A4C6-AB1781E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05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B9FF-0D71-CA45-85D0-118A7206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9B231-3409-214F-98C5-D565BB5B2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49ED4-857F-2441-8263-200340767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03D742-F990-D849-8A97-8A3CCED02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922163-33C3-D842-82E7-C20566275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519849-F06C-7D46-B155-B5D3DCCA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2D5B-6925-4247-B181-DD02979FBDB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B5FA8-7975-9445-A189-351C1527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4F270-8619-D744-9F1A-3A1B6796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6F59-F042-5D4F-A4C6-AB1781E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6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1866F-C0FD-4441-8AF4-5144F8918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A2DF9-7793-C445-B73D-A6D2E9E5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2D5B-6925-4247-B181-DD02979FBDB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EE796-2CA5-2647-9C95-FB38E8D20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C1FB23-F564-7E40-9AEE-DA11AD33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6F59-F042-5D4F-A4C6-AB1781E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3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0D297-2207-E246-A312-7EE616DA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2D5B-6925-4247-B181-DD02979FBDB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567ED9-CCE0-B446-AB8A-8C0D1EE8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C7710-C762-714D-A640-6C014F73F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6F59-F042-5D4F-A4C6-AB1781E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6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9A0A0-DB65-6443-BE12-131B8D2DC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715C7-5935-964A-8418-208583332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B2A8E-68ED-864A-A074-6E0088A1B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6589E-AD9F-B346-B2AF-EBA286C4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2D5B-6925-4247-B181-DD02979FBDB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32F06-41FD-1A49-A8AE-38CD3863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22419-5CB7-CF40-8043-80A43CC4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6F59-F042-5D4F-A4C6-AB1781E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75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CC44-D743-104D-BB83-97D754A39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57A76F-E6E8-FB46-B71F-E8A801228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3A982-A246-2640-99F0-610954B22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6E5FA-0092-024C-8E56-BA32BF66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2D5B-6925-4247-B181-DD02979FBDB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D6BD9-1DA9-1B48-8876-B27D96F93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ED5BC-ED50-5044-A2EA-01005A56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6F59-F042-5D4F-A4C6-AB1781E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29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0117-7485-A944-A44B-C4248BBC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2FB4B-1BF3-214B-9746-935D5BEF4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797E2-570A-D94A-AFC0-B2512557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2D5B-6925-4247-B181-DD02979FBDB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CD396-5E50-2041-B791-36FC8C45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1C161-74D9-7E4A-B7B9-A3217B8D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6F59-F042-5D4F-A4C6-AB1781E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4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1941E6-37D3-834B-928F-C43A7564E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80637-38DF-0D4D-94D3-301AB05E2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537CA-03B0-744F-856E-F4A0A448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2D5B-6925-4247-B181-DD02979FBDB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978D4-DFAF-6A46-BE15-B4C6531D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50302-7A67-C145-B6E8-5C804B9CE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6F59-F042-5D4F-A4C6-AB1781E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04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F2E51C-9948-DC4D-AFCC-8B10591B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DFD70-BE1F-7742-849E-020FBCADE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CBFE9-1E8F-3048-B3C7-0BAE1C25B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82D5B-6925-4247-B181-DD02979FBDB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D7CD0-39B0-BB46-9F5B-9F8127D3C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B3EAC-97FD-7C44-8909-629059F4B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36F59-F042-5D4F-A4C6-AB1781E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9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2FAA6F-EDD3-1249-B6F7-7540FF916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4455"/>
            <a:ext cx="12192000" cy="300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67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green tube with a light coming out of it&#10;&#10;Description automatically generated">
            <a:extLst>
              <a:ext uri="{FF2B5EF4-FFF2-40B4-BE49-F238E27FC236}">
                <a16:creationId xmlns:a16="http://schemas.microsoft.com/office/drawing/2014/main" id="{B3F466AD-D41F-2B49-9BCF-4B492B33B1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065" r="24591" b="15929"/>
          <a:stretch/>
        </p:blipFill>
        <p:spPr>
          <a:xfrm>
            <a:off x="6765209" y="1557225"/>
            <a:ext cx="1690392" cy="1031272"/>
          </a:xfrm>
          <a:prstGeom prst="flowChartPunchedCard">
            <a:avLst/>
          </a:prstGeom>
        </p:spPr>
      </p:pic>
      <p:pic>
        <p:nvPicPr>
          <p:cNvPr id="4" name="Picture 3" descr="A close-up of a diagram&#10;&#10;Description automatically generated">
            <a:extLst>
              <a:ext uri="{FF2B5EF4-FFF2-40B4-BE49-F238E27FC236}">
                <a16:creationId xmlns:a16="http://schemas.microsoft.com/office/drawing/2014/main" id="{EF89A3EC-9D05-244A-8733-184E48F88B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124"/>
          <a:stretch/>
        </p:blipFill>
        <p:spPr>
          <a:xfrm>
            <a:off x="2175006" y="1713810"/>
            <a:ext cx="2778391" cy="3200400"/>
          </a:xfrm>
          <a:prstGeom prst="rect">
            <a:avLst/>
          </a:prstGeom>
        </p:spPr>
      </p:pic>
      <p:pic>
        <p:nvPicPr>
          <p:cNvPr id="5" name="Picture 4" descr="A close-up of a diagram&#10;&#10;Description automatically generated">
            <a:extLst>
              <a:ext uri="{FF2B5EF4-FFF2-40B4-BE49-F238E27FC236}">
                <a16:creationId xmlns:a16="http://schemas.microsoft.com/office/drawing/2014/main" id="{45C0012D-38E9-3B4E-A106-3E35F988CC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93" t="26945" r="54653" b="34669"/>
          <a:stretch/>
        </p:blipFill>
        <p:spPr>
          <a:xfrm rot="5400000">
            <a:off x="6830211" y="2648081"/>
            <a:ext cx="1807602" cy="1228507"/>
          </a:xfrm>
          <a:prstGeom prst="rect">
            <a:avLst/>
          </a:prstGeom>
        </p:spPr>
      </p:pic>
      <p:pic>
        <p:nvPicPr>
          <p:cNvPr id="3" name="Picture 2" descr="A close-up of a diagram&#10;&#10;Description automatically generated">
            <a:extLst>
              <a:ext uri="{FF2B5EF4-FFF2-40B4-BE49-F238E27FC236}">
                <a16:creationId xmlns:a16="http://schemas.microsoft.com/office/drawing/2014/main" id="{35E9119E-8357-674E-86E0-EF9C9AC1AA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625"/>
          <a:stretch/>
        </p:blipFill>
        <p:spPr>
          <a:xfrm>
            <a:off x="8455601" y="1711009"/>
            <a:ext cx="2514309" cy="3200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E9871B-4CAA-104F-B94B-BCD8EBB2BD76}"/>
              </a:ext>
            </a:extLst>
          </p:cNvPr>
          <p:cNvSpPr txBox="1"/>
          <p:nvPr/>
        </p:nvSpPr>
        <p:spPr>
          <a:xfrm>
            <a:off x="3445092" y="165409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9B006-29F3-3B43-B842-40D8D1D4FA85}"/>
              </a:ext>
            </a:extLst>
          </p:cNvPr>
          <p:cNvSpPr txBox="1"/>
          <p:nvPr/>
        </p:nvSpPr>
        <p:spPr>
          <a:xfrm>
            <a:off x="8871286" y="165668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620FE-EA86-9C42-9F4B-741FE874F3EE}"/>
              </a:ext>
            </a:extLst>
          </p:cNvPr>
          <p:cNvSpPr txBox="1"/>
          <p:nvPr/>
        </p:nvSpPr>
        <p:spPr>
          <a:xfrm>
            <a:off x="6522540" y="4014153"/>
            <a:ext cx="1964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quantum probe (P)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1D427D-94A8-1547-8D34-A7B4952C81FC}"/>
              </a:ext>
            </a:extLst>
          </p:cNvPr>
          <p:cNvSpPr txBox="1"/>
          <p:nvPr/>
        </p:nvSpPr>
        <p:spPr>
          <a:xfrm>
            <a:off x="8896945" y="4014153"/>
            <a:ext cx="232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many-body system (M)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3A9629-9CC5-B645-9ABB-4261E6C6013D}"/>
              </a:ext>
            </a:extLst>
          </p:cNvPr>
          <p:cNvSpPr txBox="1"/>
          <p:nvPr/>
        </p:nvSpPr>
        <p:spPr>
          <a:xfrm>
            <a:off x="2542160" y="4014216"/>
            <a:ext cx="232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many-body system (M)</a:t>
            </a:r>
          </a:p>
        </p:txBody>
      </p:sp>
      <p:pic>
        <p:nvPicPr>
          <p:cNvPr id="15" name="Graphic 14" descr="Heartbeat with solid fill">
            <a:extLst>
              <a:ext uri="{FF2B5EF4-FFF2-40B4-BE49-F238E27FC236}">
                <a16:creationId xmlns:a16="http://schemas.microsoft.com/office/drawing/2014/main" id="{1746B914-69C6-0F4A-9E1E-6358A33072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204053">
            <a:off x="2698307" y="2433975"/>
            <a:ext cx="1140429" cy="669438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1E3D900C-8AD8-9A4F-A566-CF37895A36D9}"/>
              </a:ext>
            </a:extLst>
          </p:cNvPr>
          <p:cNvSpPr/>
          <p:nvPr/>
        </p:nvSpPr>
        <p:spPr>
          <a:xfrm>
            <a:off x="3213052" y="2696266"/>
            <a:ext cx="914400" cy="914400"/>
          </a:xfrm>
          <a:prstGeom prst="ellipse">
            <a:avLst/>
          </a:prstGeom>
          <a:gradFill flip="none" rotWithShape="1">
            <a:gsLst>
              <a:gs pos="0">
                <a:schemeClr val="accent6"/>
              </a:gs>
              <a:gs pos="34000">
                <a:srgbClr val="EE27F3">
                  <a:alpha val="55310"/>
                </a:srgbClr>
              </a:gs>
              <a:gs pos="81000">
                <a:srgbClr val="D073E8">
                  <a:alpha val="27523"/>
                </a:srgbClr>
              </a:gs>
              <a:gs pos="100000">
                <a:srgbClr val="E6D3F4">
                  <a:alpha val="55869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softEdge rad="137786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4D83635-4CBF-344A-8989-3BCF7785E260}"/>
              </a:ext>
            </a:extLst>
          </p:cNvPr>
          <p:cNvSpPr/>
          <p:nvPr/>
        </p:nvSpPr>
        <p:spPr>
          <a:xfrm>
            <a:off x="7610405" y="2572419"/>
            <a:ext cx="439750" cy="429257"/>
          </a:xfrm>
          <a:prstGeom prst="ellipse">
            <a:avLst/>
          </a:prstGeom>
          <a:noFill/>
          <a:ln>
            <a:solidFill>
              <a:schemeClr val="tx1">
                <a:alpha val="3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2BA091-45E7-A14D-806D-B38A63EB3876}"/>
              </a:ext>
            </a:extLst>
          </p:cNvPr>
          <p:cNvSpPr/>
          <p:nvPr/>
        </p:nvSpPr>
        <p:spPr>
          <a:xfrm>
            <a:off x="7610405" y="3413597"/>
            <a:ext cx="439750" cy="429257"/>
          </a:xfrm>
          <a:prstGeom prst="ellipse">
            <a:avLst/>
          </a:prstGeom>
          <a:noFill/>
          <a:ln>
            <a:solidFill>
              <a:schemeClr val="tx1">
                <a:alpha val="3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713862-B1E8-4D41-A441-7A7078F133F5}"/>
              </a:ext>
            </a:extLst>
          </p:cNvPr>
          <p:cNvSpPr/>
          <p:nvPr/>
        </p:nvSpPr>
        <p:spPr>
          <a:xfrm>
            <a:off x="7769786" y="2993008"/>
            <a:ext cx="439750" cy="429257"/>
          </a:xfrm>
          <a:prstGeom prst="ellipse">
            <a:avLst/>
          </a:prstGeom>
          <a:noFill/>
          <a:ln>
            <a:solidFill>
              <a:schemeClr val="tx1">
                <a:alpha val="3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A3544F1-B80A-7E4F-A669-1994840D960E}"/>
              </a:ext>
            </a:extLst>
          </p:cNvPr>
          <p:cNvSpPr/>
          <p:nvPr/>
        </p:nvSpPr>
        <p:spPr>
          <a:xfrm>
            <a:off x="9210606" y="2727357"/>
            <a:ext cx="274320" cy="274320"/>
          </a:xfrm>
          <a:prstGeom prst="ellipse">
            <a:avLst/>
          </a:prstGeom>
          <a:solidFill>
            <a:schemeClr val="bg1">
              <a:lumMod val="75000"/>
              <a:alpha val="53665"/>
            </a:schemeClr>
          </a:solidFill>
          <a:ln>
            <a:solidFill>
              <a:schemeClr val="tx1">
                <a:alpha val="3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141D5C-D353-D04C-BF1D-BC3DE574C18B}"/>
              </a:ext>
            </a:extLst>
          </p:cNvPr>
          <p:cNvSpPr/>
          <p:nvPr/>
        </p:nvSpPr>
        <p:spPr>
          <a:xfrm>
            <a:off x="9614841" y="3016568"/>
            <a:ext cx="618065" cy="274320"/>
          </a:xfrm>
          <a:prstGeom prst="ellipse">
            <a:avLst/>
          </a:prstGeom>
          <a:solidFill>
            <a:schemeClr val="bg1">
              <a:lumMod val="75000"/>
              <a:alpha val="53665"/>
            </a:schemeClr>
          </a:solidFill>
          <a:ln>
            <a:solidFill>
              <a:schemeClr val="tx1">
                <a:alpha val="3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C9A97A3-38B6-EA40-8E31-8EFBBB138C57}"/>
              </a:ext>
            </a:extLst>
          </p:cNvPr>
          <p:cNvSpPr/>
          <p:nvPr/>
        </p:nvSpPr>
        <p:spPr>
          <a:xfrm>
            <a:off x="8866861" y="3288883"/>
            <a:ext cx="618065" cy="610715"/>
          </a:xfrm>
          <a:prstGeom prst="ellipse">
            <a:avLst/>
          </a:prstGeom>
          <a:solidFill>
            <a:schemeClr val="bg1">
              <a:lumMod val="75000"/>
              <a:alpha val="53665"/>
            </a:schemeClr>
          </a:solidFill>
          <a:ln>
            <a:solidFill>
              <a:schemeClr val="tx1">
                <a:alpha val="3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FD5BBA-EC9A-F541-BB34-AC611EDEDED7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7971467" y="2805846"/>
            <a:ext cx="1239139" cy="58671"/>
          </a:xfrm>
          <a:prstGeom prst="line">
            <a:avLst/>
          </a:prstGeom>
          <a:ln w="38100" cmpd="sng">
            <a:gradFill flip="none" rotWithShape="1">
              <a:gsLst>
                <a:gs pos="0">
                  <a:schemeClr val="accent1">
                    <a:lumMod val="50000"/>
                    <a:alpha val="48000"/>
                  </a:schemeClr>
                </a:gs>
                <a:gs pos="32000">
                  <a:schemeClr val="accent6">
                    <a:lumMod val="60000"/>
                    <a:lumOff val="40000"/>
                    <a:alpha val="69000"/>
                  </a:schemeClr>
                </a:gs>
                <a:gs pos="62000">
                  <a:srgbClr val="00B0F0">
                    <a:alpha val="70768"/>
                  </a:srgbClr>
                </a:gs>
                <a:gs pos="100000">
                  <a:schemeClr val="accent2">
                    <a:lumMod val="75000"/>
                    <a:alpha val="39932"/>
                  </a:schemeClr>
                </a:gs>
              </a:gsLst>
              <a:lin ang="0" scaled="1"/>
              <a:tileRect/>
            </a:gradFill>
            <a:prstDash val="dash"/>
            <a:round/>
          </a:ln>
          <a:effectLst>
            <a:glow rad="139700">
              <a:schemeClr val="accent4">
                <a:satMod val="175000"/>
                <a:alpha val="40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11F635-56E1-BC43-BDCA-26EB3946CAD5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8021233" y="3153728"/>
            <a:ext cx="1593608" cy="53602"/>
          </a:xfrm>
          <a:prstGeom prst="line">
            <a:avLst/>
          </a:prstGeom>
          <a:ln w="38100" cmpd="sng">
            <a:gradFill flip="none" rotWithShape="1">
              <a:gsLst>
                <a:gs pos="0">
                  <a:schemeClr val="accent1">
                    <a:lumMod val="50000"/>
                    <a:alpha val="48000"/>
                  </a:schemeClr>
                </a:gs>
                <a:gs pos="32000">
                  <a:schemeClr val="accent6">
                    <a:lumMod val="60000"/>
                    <a:lumOff val="40000"/>
                    <a:alpha val="69000"/>
                  </a:schemeClr>
                </a:gs>
                <a:gs pos="62000">
                  <a:srgbClr val="00B0F0">
                    <a:alpha val="70768"/>
                  </a:srgbClr>
                </a:gs>
                <a:gs pos="100000">
                  <a:schemeClr val="accent2">
                    <a:lumMod val="75000"/>
                    <a:alpha val="39932"/>
                  </a:schemeClr>
                </a:gs>
              </a:gsLst>
              <a:lin ang="0" scaled="1"/>
              <a:tileRect/>
            </a:gradFill>
            <a:prstDash val="dash"/>
            <a:round/>
          </a:ln>
          <a:effectLst>
            <a:glow rad="139700">
              <a:schemeClr val="accent4">
                <a:satMod val="175000"/>
                <a:alpha val="40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CC9A07C-FE53-1945-AEF1-A4FEDA4149D4}"/>
              </a:ext>
            </a:extLst>
          </p:cNvPr>
          <p:cNvCxnSpPr>
            <a:cxnSpLocks/>
          </p:cNvCxnSpPr>
          <p:nvPr/>
        </p:nvCxnSpPr>
        <p:spPr>
          <a:xfrm flipV="1">
            <a:off x="7989661" y="3593564"/>
            <a:ext cx="1168901" cy="43838"/>
          </a:xfrm>
          <a:prstGeom prst="line">
            <a:avLst/>
          </a:prstGeom>
          <a:ln w="38100" cmpd="sng">
            <a:gradFill flip="none" rotWithShape="1">
              <a:gsLst>
                <a:gs pos="0">
                  <a:schemeClr val="accent1">
                    <a:lumMod val="50000"/>
                    <a:alpha val="48000"/>
                  </a:schemeClr>
                </a:gs>
                <a:gs pos="32000">
                  <a:schemeClr val="accent6">
                    <a:lumMod val="60000"/>
                    <a:lumOff val="40000"/>
                    <a:alpha val="69000"/>
                  </a:schemeClr>
                </a:gs>
                <a:gs pos="62000">
                  <a:srgbClr val="00B0F0">
                    <a:alpha val="70768"/>
                  </a:srgbClr>
                </a:gs>
                <a:gs pos="100000">
                  <a:schemeClr val="accent2">
                    <a:lumMod val="75000"/>
                    <a:alpha val="39932"/>
                  </a:schemeClr>
                </a:gs>
              </a:gsLst>
              <a:lin ang="0" scaled="1"/>
              <a:tileRect/>
            </a:gradFill>
            <a:prstDash val="dash"/>
            <a:round/>
          </a:ln>
          <a:effectLst>
            <a:glow rad="139700">
              <a:schemeClr val="accent4">
                <a:satMod val="175000"/>
                <a:alpha val="40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Down Arrow 37">
            <a:extLst>
              <a:ext uri="{FF2B5EF4-FFF2-40B4-BE49-F238E27FC236}">
                <a16:creationId xmlns:a16="http://schemas.microsoft.com/office/drawing/2014/main" id="{711AE9E9-80BD-5F4A-8DD6-1EEB2C124CA2}"/>
              </a:ext>
            </a:extLst>
          </p:cNvPr>
          <p:cNvSpPr/>
          <p:nvPr/>
        </p:nvSpPr>
        <p:spPr>
          <a:xfrm>
            <a:off x="3366304" y="4468171"/>
            <a:ext cx="439749" cy="298351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Down Arrow 38">
            <a:extLst>
              <a:ext uri="{FF2B5EF4-FFF2-40B4-BE49-F238E27FC236}">
                <a16:creationId xmlns:a16="http://schemas.microsoft.com/office/drawing/2014/main" id="{63A8F5E8-7D3C-C84C-88EC-824EE1E29C0C}"/>
              </a:ext>
            </a:extLst>
          </p:cNvPr>
          <p:cNvSpPr/>
          <p:nvPr/>
        </p:nvSpPr>
        <p:spPr>
          <a:xfrm>
            <a:off x="8672293" y="4473687"/>
            <a:ext cx="439749" cy="298351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A14A46C-B57B-8A4C-A7B3-F1A7E1259741}"/>
                  </a:ext>
                </a:extLst>
              </p:cNvPr>
              <p:cNvSpPr txBox="1"/>
              <p:nvPr/>
            </p:nvSpPr>
            <p:spPr>
              <a:xfrm>
                <a:off x="2743200" y="5025710"/>
                <a:ext cx="199522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b="0" dirty="0"/>
              </a:p>
              <a:p>
                <a:pPr algn="ctr"/>
                <a:r>
                  <a:rPr lang="en-US" dirty="0"/>
                  <a:t>….</a:t>
                </a:r>
              </a:p>
              <a:p>
                <a:pPr algn="ctr"/>
                <a:r>
                  <a:rPr lang="en-US" dirty="0"/>
                  <a:t>1 </a:t>
                </a:r>
                <a:r>
                  <a:rPr lang="en-US" i="1" dirty="0"/>
                  <a:t>k</a:t>
                </a:r>
                <a:r>
                  <a:rPr lang="en-US" dirty="0"/>
                  <a:t>-point correlator</a:t>
                </a: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A14A46C-B57B-8A4C-A7B3-F1A7E1259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5025710"/>
                <a:ext cx="1995226" cy="923330"/>
              </a:xfrm>
              <a:prstGeom prst="rect">
                <a:avLst/>
              </a:prstGeom>
              <a:blipFill>
                <a:blip r:embed="rId6"/>
                <a:stretch>
                  <a:fillRect l="-2548" r="-2548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78CA883-FDE7-5947-981C-B05AA81F5012}"/>
                  </a:ext>
                </a:extLst>
              </p:cNvPr>
              <p:cNvSpPr txBox="1"/>
              <p:nvPr/>
            </p:nvSpPr>
            <p:spPr>
              <a:xfrm>
                <a:off x="7354077" y="5090674"/>
                <a:ext cx="318657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  <a:p>
                <a:pPr algn="ctr"/>
                <a:r>
                  <a:rPr lang="en-US" dirty="0"/>
                  <a:t>….</a:t>
                </a:r>
              </a:p>
              <a:p>
                <a:pPr algn="ctr"/>
                <a:r>
                  <a:rPr lang="en-US" dirty="0"/>
                  <a:t>2</a:t>
                </a:r>
                <a:r>
                  <a:rPr lang="en-US" baseline="30000" dirty="0"/>
                  <a:t>k-1</a:t>
                </a:r>
                <a:r>
                  <a:rPr lang="en-US" dirty="0"/>
                  <a:t> </a:t>
                </a:r>
                <a:r>
                  <a:rPr lang="en-US" i="1" dirty="0"/>
                  <a:t>k</a:t>
                </a:r>
                <a:r>
                  <a:rPr lang="en-US" dirty="0"/>
                  <a:t>-point correlators</a:t>
                </a: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78CA883-FDE7-5947-981C-B05AA81F5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077" y="5090674"/>
                <a:ext cx="3186577" cy="923330"/>
              </a:xfrm>
              <a:prstGeom prst="rect">
                <a:avLst/>
              </a:prstGeom>
              <a:blipFill>
                <a:blip r:embed="rId7"/>
                <a:stretch>
                  <a:fillRect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41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6">
            <a:extLst>
              <a:ext uri="{FF2B5EF4-FFF2-40B4-BE49-F238E27FC236}">
                <a16:creationId xmlns:a16="http://schemas.microsoft.com/office/drawing/2014/main" id="{6DE898E0-3AF6-054E-934E-28579A664E9A}"/>
              </a:ext>
            </a:extLst>
          </p:cNvPr>
          <p:cNvSpPr/>
          <p:nvPr/>
        </p:nvSpPr>
        <p:spPr>
          <a:xfrm rot="10800000">
            <a:off x="1785780" y="3012166"/>
            <a:ext cx="3392281" cy="182880"/>
          </a:xfrm>
          <a:custGeom>
            <a:avLst/>
            <a:gdLst>
              <a:gd name="connsiteX0" fmla="*/ 0 w 3459480"/>
              <a:gd name="connsiteY0" fmla="*/ 404288 h 808576"/>
              <a:gd name="connsiteX1" fmla="*/ 404288 w 3459480"/>
              <a:gd name="connsiteY1" fmla="*/ 0 h 808576"/>
              <a:gd name="connsiteX2" fmla="*/ 3055192 w 3459480"/>
              <a:gd name="connsiteY2" fmla="*/ 0 h 808576"/>
              <a:gd name="connsiteX3" fmla="*/ 3459480 w 3459480"/>
              <a:gd name="connsiteY3" fmla="*/ 404288 h 808576"/>
              <a:gd name="connsiteX4" fmla="*/ 3459480 w 3459480"/>
              <a:gd name="connsiteY4" fmla="*/ 404288 h 808576"/>
              <a:gd name="connsiteX5" fmla="*/ 3055192 w 3459480"/>
              <a:gd name="connsiteY5" fmla="*/ 808576 h 808576"/>
              <a:gd name="connsiteX6" fmla="*/ 404288 w 3459480"/>
              <a:gd name="connsiteY6" fmla="*/ 808576 h 808576"/>
              <a:gd name="connsiteX7" fmla="*/ 0 w 3459480"/>
              <a:gd name="connsiteY7" fmla="*/ 404288 h 808576"/>
              <a:gd name="connsiteX0" fmla="*/ 0 w 3459480"/>
              <a:gd name="connsiteY0" fmla="*/ 404288 h 808576"/>
              <a:gd name="connsiteX1" fmla="*/ 404288 w 3459480"/>
              <a:gd name="connsiteY1" fmla="*/ 0 h 808576"/>
              <a:gd name="connsiteX2" fmla="*/ 3459480 w 3459480"/>
              <a:gd name="connsiteY2" fmla="*/ 404288 h 808576"/>
              <a:gd name="connsiteX3" fmla="*/ 3459480 w 3459480"/>
              <a:gd name="connsiteY3" fmla="*/ 404288 h 808576"/>
              <a:gd name="connsiteX4" fmla="*/ 3055192 w 3459480"/>
              <a:gd name="connsiteY4" fmla="*/ 808576 h 808576"/>
              <a:gd name="connsiteX5" fmla="*/ 404288 w 3459480"/>
              <a:gd name="connsiteY5" fmla="*/ 808576 h 808576"/>
              <a:gd name="connsiteX6" fmla="*/ 0 w 3459480"/>
              <a:gd name="connsiteY6" fmla="*/ 404288 h 808576"/>
              <a:gd name="connsiteX0" fmla="*/ 0 w 3459480"/>
              <a:gd name="connsiteY0" fmla="*/ 29948 h 434236"/>
              <a:gd name="connsiteX1" fmla="*/ 3459480 w 3459480"/>
              <a:gd name="connsiteY1" fmla="*/ 29948 h 434236"/>
              <a:gd name="connsiteX2" fmla="*/ 3459480 w 3459480"/>
              <a:gd name="connsiteY2" fmla="*/ 29948 h 434236"/>
              <a:gd name="connsiteX3" fmla="*/ 3055192 w 3459480"/>
              <a:gd name="connsiteY3" fmla="*/ 434236 h 434236"/>
              <a:gd name="connsiteX4" fmla="*/ 404288 w 3459480"/>
              <a:gd name="connsiteY4" fmla="*/ 434236 h 434236"/>
              <a:gd name="connsiteX5" fmla="*/ 0 w 3459480"/>
              <a:gd name="connsiteY5" fmla="*/ 29948 h 434236"/>
              <a:gd name="connsiteX0" fmla="*/ 0 w 3459480"/>
              <a:gd name="connsiteY0" fmla="*/ 29948 h 434236"/>
              <a:gd name="connsiteX1" fmla="*/ 3459480 w 3459480"/>
              <a:gd name="connsiteY1" fmla="*/ 29948 h 434236"/>
              <a:gd name="connsiteX2" fmla="*/ 3459480 w 3459480"/>
              <a:gd name="connsiteY2" fmla="*/ 29948 h 434236"/>
              <a:gd name="connsiteX3" fmla="*/ 3055192 w 3459480"/>
              <a:gd name="connsiteY3" fmla="*/ 434236 h 434236"/>
              <a:gd name="connsiteX4" fmla="*/ 404288 w 3459480"/>
              <a:gd name="connsiteY4" fmla="*/ 434236 h 434236"/>
              <a:gd name="connsiteX5" fmla="*/ 91440 w 3459480"/>
              <a:gd name="connsiteY5" fmla="*/ 121388 h 434236"/>
              <a:gd name="connsiteX0" fmla="*/ 3392281 w 3392281"/>
              <a:gd name="connsiteY0" fmla="*/ 0 h 404288"/>
              <a:gd name="connsiteX1" fmla="*/ 3392281 w 3392281"/>
              <a:gd name="connsiteY1" fmla="*/ 0 h 404288"/>
              <a:gd name="connsiteX2" fmla="*/ 2987993 w 3392281"/>
              <a:gd name="connsiteY2" fmla="*/ 404288 h 404288"/>
              <a:gd name="connsiteX3" fmla="*/ 337089 w 3392281"/>
              <a:gd name="connsiteY3" fmla="*/ 404288 h 404288"/>
              <a:gd name="connsiteX4" fmla="*/ 24241 w 3392281"/>
              <a:gd name="connsiteY4" fmla="*/ 91440 h 404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281" h="404288">
                <a:moveTo>
                  <a:pt x="3392281" y="0"/>
                </a:moveTo>
                <a:lnTo>
                  <a:pt x="3392281" y="0"/>
                </a:lnTo>
                <a:cubicBezTo>
                  <a:pt x="3392281" y="223282"/>
                  <a:pt x="3211275" y="404288"/>
                  <a:pt x="2987993" y="404288"/>
                </a:cubicBezTo>
                <a:lnTo>
                  <a:pt x="337089" y="404288"/>
                </a:lnTo>
                <a:cubicBezTo>
                  <a:pt x="113807" y="404288"/>
                  <a:pt x="-67199" y="223282"/>
                  <a:pt x="24241" y="91440"/>
                </a:cubicBezTo>
              </a:path>
            </a:pathLst>
          </a:custGeom>
          <a:noFill/>
          <a:ln w="317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9529485-C868-5C43-BA40-4F1302BC550A}"/>
              </a:ext>
            </a:extLst>
          </p:cNvPr>
          <p:cNvSpPr/>
          <p:nvPr/>
        </p:nvSpPr>
        <p:spPr>
          <a:xfrm>
            <a:off x="1112520" y="1874633"/>
            <a:ext cx="4419600" cy="1004888"/>
          </a:xfrm>
          <a:prstGeom prst="roundRect">
            <a:avLst>
              <a:gd name="adj" fmla="val 31075"/>
            </a:avLst>
          </a:prstGeom>
          <a:solidFill>
            <a:srgbClr val="FF7F7F">
              <a:alpha val="73403"/>
            </a:srgbClr>
          </a:solidFill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74340F-5C32-7F4A-88F8-296C8462C707}"/>
              </a:ext>
            </a:extLst>
          </p:cNvPr>
          <p:cNvCxnSpPr/>
          <p:nvPr/>
        </p:nvCxnSpPr>
        <p:spPr>
          <a:xfrm>
            <a:off x="1112520" y="2057400"/>
            <a:ext cx="44196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A2F9FC-A997-E749-B7C1-0C0A79C63A92}"/>
              </a:ext>
            </a:extLst>
          </p:cNvPr>
          <p:cNvCxnSpPr/>
          <p:nvPr/>
        </p:nvCxnSpPr>
        <p:spPr>
          <a:xfrm>
            <a:off x="1112520" y="2362200"/>
            <a:ext cx="44196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34D028-C7A8-CC42-B077-7D8B943FE05B}"/>
              </a:ext>
            </a:extLst>
          </p:cNvPr>
          <p:cNvCxnSpPr/>
          <p:nvPr/>
        </p:nvCxnSpPr>
        <p:spPr>
          <a:xfrm>
            <a:off x="1112520" y="2697480"/>
            <a:ext cx="44196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7AF2FD6-8072-D349-B9BC-9D55F2AFA071}"/>
              </a:ext>
            </a:extLst>
          </p:cNvPr>
          <p:cNvCxnSpPr/>
          <p:nvPr/>
        </p:nvCxnSpPr>
        <p:spPr>
          <a:xfrm>
            <a:off x="1112520" y="3550920"/>
            <a:ext cx="44196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4D6761-E5EF-1F41-9A1F-C20C759C686E}"/>
              </a:ext>
            </a:extLst>
          </p:cNvPr>
          <p:cNvCxnSpPr/>
          <p:nvPr/>
        </p:nvCxnSpPr>
        <p:spPr>
          <a:xfrm>
            <a:off x="1112520" y="3954780"/>
            <a:ext cx="44196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7437ADA-04CD-384B-940C-AF186C1E66CD}"/>
              </a:ext>
            </a:extLst>
          </p:cNvPr>
          <p:cNvSpPr txBox="1"/>
          <p:nvPr/>
        </p:nvSpPr>
        <p:spPr>
          <a:xfrm>
            <a:off x="653718" y="181451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</a:t>
            </a:r>
            <a:r>
              <a:rPr lang="en-US" i="1" baseline="-250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EEFE56-95AC-CE47-89D8-149F48E9D26D}"/>
              </a:ext>
            </a:extLst>
          </p:cNvPr>
          <p:cNvSpPr txBox="1"/>
          <p:nvPr/>
        </p:nvSpPr>
        <p:spPr>
          <a:xfrm>
            <a:off x="655320" y="2143482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</a:t>
            </a:r>
            <a:r>
              <a:rPr lang="en-US" i="1" baseline="-250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A0D1D-B007-CF4B-9F89-28E364399379}"/>
              </a:ext>
            </a:extLst>
          </p:cNvPr>
          <p:cNvSpPr txBox="1"/>
          <p:nvPr/>
        </p:nvSpPr>
        <p:spPr>
          <a:xfrm>
            <a:off x="655320" y="2512814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</a:t>
            </a:r>
            <a:r>
              <a:rPr lang="en-US" i="1" baseline="-250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0846EC-135F-A346-BBED-88861580DFB6}"/>
              </a:ext>
            </a:extLst>
          </p:cNvPr>
          <p:cNvSpPr txBox="1"/>
          <p:nvPr/>
        </p:nvSpPr>
        <p:spPr>
          <a:xfrm>
            <a:off x="655320" y="336625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q</a:t>
            </a:r>
            <a:r>
              <a:rPr lang="en-US" i="1" baseline="-250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B7AFF7-6547-E845-9A03-8006A23E15BC}"/>
              </a:ext>
            </a:extLst>
          </p:cNvPr>
          <p:cNvSpPr txBox="1"/>
          <p:nvPr/>
        </p:nvSpPr>
        <p:spPr>
          <a:xfrm>
            <a:off x="653718" y="379118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q</a:t>
            </a:r>
            <a:r>
              <a:rPr lang="en-US" i="1" baseline="-25000" dirty="0"/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569E8D-0D37-9247-915D-B7D9D550F37D}"/>
                  </a:ext>
                </a:extLst>
              </p:cNvPr>
              <p:cNvSpPr txBox="1"/>
              <p:nvPr/>
            </p:nvSpPr>
            <p:spPr>
              <a:xfrm>
                <a:off x="167786" y="2120622"/>
                <a:ext cx="532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569E8D-0D37-9247-915D-B7D9D550F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86" y="2120622"/>
                <a:ext cx="532453" cy="369332"/>
              </a:xfrm>
              <a:prstGeom prst="rect">
                <a:avLst/>
              </a:prstGeom>
              <a:blipFill>
                <a:blip r:embed="rId2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1B6DAC-5351-5C49-85AB-3AB6AF63E058}"/>
                  </a:ext>
                </a:extLst>
              </p:cNvPr>
              <p:cNvSpPr txBox="1"/>
              <p:nvPr/>
            </p:nvSpPr>
            <p:spPr>
              <a:xfrm>
                <a:off x="167786" y="3528060"/>
                <a:ext cx="4825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1B6DAC-5351-5C49-85AB-3AB6AF63E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86" y="3528060"/>
                <a:ext cx="482568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84CDF59-36A7-014E-860A-8FC20EDE621E}"/>
              </a:ext>
            </a:extLst>
          </p:cNvPr>
          <p:cNvSpPr/>
          <p:nvPr/>
        </p:nvSpPr>
        <p:spPr>
          <a:xfrm>
            <a:off x="1295400" y="3429000"/>
            <a:ext cx="312420" cy="655320"/>
          </a:xfrm>
          <a:prstGeom prst="roundRect">
            <a:avLst>
              <a:gd name="adj" fmla="val 31667"/>
            </a:avLst>
          </a:prstGeom>
          <a:solidFill>
            <a:srgbClr val="00DFF0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741E794-8C6F-2F43-816C-47B6F74162DE}"/>
              </a:ext>
            </a:extLst>
          </p:cNvPr>
          <p:cNvSpPr/>
          <p:nvPr/>
        </p:nvSpPr>
        <p:spPr>
          <a:xfrm>
            <a:off x="2593454" y="3429000"/>
            <a:ext cx="312420" cy="655320"/>
          </a:xfrm>
          <a:prstGeom prst="roundRect">
            <a:avLst>
              <a:gd name="adj" fmla="val 31667"/>
            </a:avLst>
          </a:prstGeom>
          <a:solidFill>
            <a:srgbClr val="00DFF0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938746B-A6D4-B64A-998B-9D5C25DC6F87}"/>
              </a:ext>
            </a:extLst>
          </p:cNvPr>
          <p:cNvSpPr/>
          <p:nvPr/>
        </p:nvSpPr>
        <p:spPr>
          <a:xfrm>
            <a:off x="4048874" y="3421380"/>
            <a:ext cx="312420" cy="655320"/>
          </a:xfrm>
          <a:prstGeom prst="roundRect">
            <a:avLst>
              <a:gd name="adj" fmla="val 31667"/>
            </a:avLst>
          </a:prstGeom>
          <a:solidFill>
            <a:srgbClr val="00DFF0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1D85FF4-A771-5142-A9CB-E7363B2153EB}"/>
              </a:ext>
            </a:extLst>
          </p:cNvPr>
          <p:cNvSpPr/>
          <p:nvPr/>
        </p:nvSpPr>
        <p:spPr>
          <a:xfrm>
            <a:off x="1954850" y="2590800"/>
            <a:ext cx="259916" cy="1121926"/>
          </a:xfrm>
          <a:prstGeom prst="roundRect">
            <a:avLst/>
          </a:prstGeom>
          <a:solidFill>
            <a:srgbClr val="FFFF5A"/>
          </a:solidFill>
          <a:ln w="25400">
            <a:solidFill>
              <a:schemeClr val="accent6">
                <a:lumMod val="50000"/>
              </a:schemeClr>
            </a:solidFill>
          </a:ln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75D8D91-8C6F-2C44-89CB-027BD000B0E1}"/>
              </a:ext>
            </a:extLst>
          </p:cNvPr>
          <p:cNvSpPr/>
          <p:nvPr/>
        </p:nvSpPr>
        <p:spPr>
          <a:xfrm>
            <a:off x="3327777" y="2251947"/>
            <a:ext cx="259916" cy="1824743"/>
          </a:xfrm>
          <a:prstGeom prst="roundRect">
            <a:avLst/>
          </a:prstGeom>
          <a:solidFill>
            <a:srgbClr val="FFFF5A"/>
          </a:solidFill>
          <a:ln w="25400">
            <a:solidFill>
              <a:schemeClr val="accent6">
                <a:lumMod val="50000"/>
              </a:schemeClr>
            </a:solidFill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53AE9E4-2343-B742-BA3A-65E215EE211B}"/>
              </a:ext>
            </a:extLst>
          </p:cNvPr>
          <p:cNvSpPr/>
          <p:nvPr/>
        </p:nvSpPr>
        <p:spPr>
          <a:xfrm>
            <a:off x="4707415" y="1935488"/>
            <a:ext cx="259916" cy="1703767"/>
          </a:xfrm>
          <a:prstGeom prst="roundRect">
            <a:avLst/>
          </a:prstGeom>
          <a:solidFill>
            <a:srgbClr val="FFFF5A"/>
          </a:solidFill>
          <a:ln w="25400">
            <a:solidFill>
              <a:schemeClr val="accent6">
                <a:lumMod val="50000"/>
              </a:schemeClr>
            </a:solidFill>
          </a:ln>
          <a:effectLst>
            <a:outerShdw blurRad="889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6F594C4-9F85-1B47-B353-E0455A35B592}"/>
              </a:ext>
            </a:extLst>
          </p:cNvPr>
          <p:cNvCxnSpPr>
            <a:cxnSpLocks/>
          </p:cNvCxnSpPr>
          <p:nvPr/>
        </p:nvCxnSpPr>
        <p:spPr>
          <a:xfrm flipV="1">
            <a:off x="1493840" y="1646033"/>
            <a:ext cx="480060" cy="167640"/>
          </a:xfrm>
          <a:prstGeom prst="bentConnector3">
            <a:avLst>
              <a:gd name="adj1" fmla="val -2381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27CD669-3454-7744-A45F-34819A4EC16D}"/>
                  </a:ext>
                </a:extLst>
              </p:cNvPr>
              <p:cNvSpPr txBox="1"/>
              <p:nvPr/>
            </p:nvSpPr>
            <p:spPr>
              <a:xfrm>
                <a:off x="1954850" y="1347702"/>
                <a:ext cx="1198726" cy="473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27CD669-3454-7744-A45F-34819A4EC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850" y="1347702"/>
                <a:ext cx="1198726" cy="4735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Metal Detector - Outline - Wired - Lordicon">
            <a:extLst>
              <a:ext uri="{FF2B5EF4-FFF2-40B4-BE49-F238E27FC236}">
                <a16:creationId xmlns:a16="http://schemas.microsoft.com/office/drawing/2014/main" id="{A550EEB7-867F-5A46-AA75-522C6B451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387" y="3418982"/>
            <a:ext cx="657708" cy="65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39A89171-0EC2-A64D-AD20-849C739968ED}"/>
              </a:ext>
            </a:extLst>
          </p:cNvPr>
          <p:cNvSpPr/>
          <p:nvPr/>
        </p:nvSpPr>
        <p:spPr>
          <a:xfrm>
            <a:off x="5543305" y="3406140"/>
            <a:ext cx="720335" cy="655313"/>
          </a:xfrm>
          <a:prstGeom prst="round2SameRect">
            <a:avLst/>
          </a:prstGeom>
          <a:noFill/>
          <a:ln w="38100">
            <a:solidFill>
              <a:srgbClr val="0432FF"/>
            </a:solidFill>
          </a:ln>
          <a:effectLst>
            <a:outerShdw blurRad="889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7FD04990-6A55-3C47-8407-4051FF6FF016}"/>
              </a:ext>
            </a:extLst>
          </p:cNvPr>
          <p:cNvSpPr/>
          <p:nvPr/>
        </p:nvSpPr>
        <p:spPr>
          <a:xfrm rot="16200000">
            <a:off x="6466467" y="3561033"/>
            <a:ext cx="439749" cy="419521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32CF0CB-8BA9-EC44-83EF-31D05FC0F09E}"/>
                  </a:ext>
                </a:extLst>
              </p:cNvPr>
              <p:cNvSpPr txBox="1"/>
              <p:nvPr/>
            </p:nvSpPr>
            <p:spPr>
              <a:xfrm>
                <a:off x="7453535" y="1835189"/>
                <a:ext cx="324229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/>
                              </m:ctrlPr>
                            </m:sSubPr>
                            <m:e>
                              <m:r>
                                <a:rPr lang="en-US" b="0" i="1" smtClean="0"/>
                                <m:t>𝑀</m:t>
                              </m:r>
                            </m:e>
                            <m:sub>
                              <m:r>
                                <a:rPr lang="en-US" b="0" i="1" smtClean="0"/>
                                <m:t>𝑚</m:t>
                              </m:r>
                              <m:r>
                                <a:rPr lang="en-US" b="0" i="1" baseline="-25000" smtClean="0"/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/>
                              </m:ctrlPr>
                            </m:dPr>
                            <m:e>
                              <m:r>
                                <a:rPr lang="en-US" b="0" i="1" smtClean="0"/>
                                <m:t>𝑡</m:t>
                              </m:r>
                              <m:r>
                                <a:rPr lang="en-US" b="0" i="1" baseline="-25000" smtClean="0"/>
                                <m:t>1</m:t>
                              </m:r>
                            </m:e>
                          </m:d>
                          <m:r>
                            <a:rPr lang="en-US" b="0" i="1" smtClean="0"/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32CF0CB-8BA9-EC44-83EF-31D05FC0F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535" y="1835189"/>
                <a:ext cx="3242298" cy="276999"/>
              </a:xfrm>
              <a:prstGeom prst="rect">
                <a:avLst/>
              </a:prstGeom>
              <a:blipFill>
                <a:blip r:embed="rId6"/>
                <a:stretch>
                  <a:fillRect l="-1563" b="-347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1D0A7A6B-4F7F-8644-B3C2-3BAE70A6063F}"/>
              </a:ext>
            </a:extLst>
          </p:cNvPr>
          <p:cNvSpPr/>
          <p:nvPr/>
        </p:nvSpPr>
        <p:spPr>
          <a:xfrm>
            <a:off x="7360184" y="1646033"/>
            <a:ext cx="3429000" cy="655313"/>
          </a:xfrm>
          <a:prstGeom prst="rect">
            <a:avLst/>
          </a:prstGeom>
          <a:noFill/>
          <a:ln w="19050">
            <a:solidFill>
              <a:srgbClr val="FF0000">
                <a:alpha val="91742"/>
              </a:srgbClr>
            </a:solidFill>
          </a:ln>
          <a:effectLst>
            <a:glow rad="63500">
              <a:srgbClr val="FF7F7F"/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E44F0F5-AFD2-7246-A59E-9069F76F9E98}"/>
              </a:ext>
            </a:extLst>
          </p:cNvPr>
          <p:cNvSpPr/>
          <p:nvPr/>
        </p:nvSpPr>
        <p:spPr>
          <a:xfrm>
            <a:off x="1770540" y="3152301"/>
            <a:ext cx="3392281" cy="182880"/>
          </a:xfrm>
          <a:custGeom>
            <a:avLst/>
            <a:gdLst>
              <a:gd name="connsiteX0" fmla="*/ 0 w 3459480"/>
              <a:gd name="connsiteY0" fmla="*/ 404288 h 808576"/>
              <a:gd name="connsiteX1" fmla="*/ 404288 w 3459480"/>
              <a:gd name="connsiteY1" fmla="*/ 0 h 808576"/>
              <a:gd name="connsiteX2" fmla="*/ 3055192 w 3459480"/>
              <a:gd name="connsiteY2" fmla="*/ 0 h 808576"/>
              <a:gd name="connsiteX3" fmla="*/ 3459480 w 3459480"/>
              <a:gd name="connsiteY3" fmla="*/ 404288 h 808576"/>
              <a:gd name="connsiteX4" fmla="*/ 3459480 w 3459480"/>
              <a:gd name="connsiteY4" fmla="*/ 404288 h 808576"/>
              <a:gd name="connsiteX5" fmla="*/ 3055192 w 3459480"/>
              <a:gd name="connsiteY5" fmla="*/ 808576 h 808576"/>
              <a:gd name="connsiteX6" fmla="*/ 404288 w 3459480"/>
              <a:gd name="connsiteY6" fmla="*/ 808576 h 808576"/>
              <a:gd name="connsiteX7" fmla="*/ 0 w 3459480"/>
              <a:gd name="connsiteY7" fmla="*/ 404288 h 808576"/>
              <a:gd name="connsiteX0" fmla="*/ 0 w 3459480"/>
              <a:gd name="connsiteY0" fmla="*/ 404288 h 808576"/>
              <a:gd name="connsiteX1" fmla="*/ 404288 w 3459480"/>
              <a:gd name="connsiteY1" fmla="*/ 0 h 808576"/>
              <a:gd name="connsiteX2" fmla="*/ 3459480 w 3459480"/>
              <a:gd name="connsiteY2" fmla="*/ 404288 h 808576"/>
              <a:gd name="connsiteX3" fmla="*/ 3459480 w 3459480"/>
              <a:gd name="connsiteY3" fmla="*/ 404288 h 808576"/>
              <a:gd name="connsiteX4" fmla="*/ 3055192 w 3459480"/>
              <a:gd name="connsiteY4" fmla="*/ 808576 h 808576"/>
              <a:gd name="connsiteX5" fmla="*/ 404288 w 3459480"/>
              <a:gd name="connsiteY5" fmla="*/ 808576 h 808576"/>
              <a:gd name="connsiteX6" fmla="*/ 0 w 3459480"/>
              <a:gd name="connsiteY6" fmla="*/ 404288 h 808576"/>
              <a:gd name="connsiteX0" fmla="*/ 0 w 3459480"/>
              <a:gd name="connsiteY0" fmla="*/ 29948 h 434236"/>
              <a:gd name="connsiteX1" fmla="*/ 3459480 w 3459480"/>
              <a:gd name="connsiteY1" fmla="*/ 29948 h 434236"/>
              <a:gd name="connsiteX2" fmla="*/ 3459480 w 3459480"/>
              <a:gd name="connsiteY2" fmla="*/ 29948 h 434236"/>
              <a:gd name="connsiteX3" fmla="*/ 3055192 w 3459480"/>
              <a:gd name="connsiteY3" fmla="*/ 434236 h 434236"/>
              <a:gd name="connsiteX4" fmla="*/ 404288 w 3459480"/>
              <a:gd name="connsiteY4" fmla="*/ 434236 h 434236"/>
              <a:gd name="connsiteX5" fmla="*/ 0 w 3459480"/>
              <a:gd name="connsiteY5" fmla="*/ 29948 h 434236"/>
              <a:gd name="connsiteX0" fmla="*/ 0 w 3459480"/>
              <a:gd name="connsiteY0" fmla="*/ 29948 h 434236"/>
              <a:gd name="connsiteX1" fmla="*/ 3459480 w 3459480"/>
              <a:gd name="connsiteY1" fmla="*/ 29948 h 434236"/>
              <a:gd name="connsiteX2" fmla="*/ 3459480 w 3459480"/>
              <a:gd name="connsiteY2" fmla="*/ 29948 h 434236"/>
              <a:gd name="connsiteX3" fmla="*/ 3055192 w 3459480"/>
              <a:gd name="connsiteY3" fmla="*/ 434236 h 434236"/>
              <a:gd name="connsiteX4" fmla="*/ 404288 w 3459480"/>
              <a:gd name="connsiteY4" fmla="*/ 434236 h 434236"/>
              <a:gd name="connsiteX5" fmla="*/ 91440 w 3459480"/>
              <a:gd name="connsiteY5" fmla="*/ 121388 h 434236"/>
              <a:gd name="connsiteX0" fmla="*/ 3392281 w 3392281"/>
              <a:gd name="connsiteY0" fmla="*/ 0 h 404288"/>
              <a:gd name="connsiteX1" fmla="*/ 3392281 w 3392281"/>
              <a:gd name="connsiteY1" fmla="*/ 0 h 404288"/>
              <a:gd name="connsiteX2" fmla="*/ 2987993 w 3392281"/>
              <a:gd name="connsiteY2" fmla="*/ 404288 h 404288"/>
              <a:gd name="connsiteX3" fmla="*/ 337089 w 3392281"/>
              <a:gd name="connsiteY3" fmla="*/ 404288 h 404288"/>
              <a:gd name="connsiteX4" fmla="*/ 24241 w 3392281"/>
              <a:gd name="connsiteY4" fmla="*/ 91440 h 404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281" h="404288">
                <a:moveTo>
                  <a:pt x="3392281" y="0"/>
                </a:moveTo>
                <a:lnTo>
                  <a:pt x="3392281" y="0"/>
                </a:lnTo>
                <a:cubicBezTo>
                  <a:pt x="3392281" y="223282"/>
                  <a:pt x="3211275" y="404288"/>
                  <a:pt x="2987993" y="404288"/>
                </a:cubicBezTo>
                <a:lnTo>
                  <a:pt x="337089" y="404288"/>
                </a:lnTo>
                <a:cubicBezTo>
                  <a:pt x="113807" y="404288"/>
                  <a:pt x="-67199" y="223282"/>
                  <a:pt x="24241" y="91440"/>
                </a:cubicBezTo>
              </a:path>
            </a:pathLst>
          </a:custGeom>
          <a:noFill/>
          <a:ln w="317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8E5B8F-F6DD-1A4F-AB27-D31E78705DB1}"/>
              </a:ext>
            </a:extLst>
          </p:cNvPr>
          <p:cNvSpPr txBox="1"/>
          <p:nvPr/>
        </p:nvSpPr>
        <p:spPr>
          <a:xfrm>
            <a:off x="1914729" y="4206240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</a:t>
            </a:r>
            <a:r>
              <a:rPr lang="en-US" i="1" baseline="-250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F9B68F-767F-9746-9491-64577422571D}"/>
              </a:ext>
            </a:extLst>
          </p:cNvPr>
          <p:cNvSpPr txBox="1"/>
          <p:nvPr/>
        </p:nvSpPr>
        <p:spPr>
          <a:xfrm>
            <a:off x="3287656" y="4206240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</a:t>
            </a:r>
            <a:r>
              <a:rPr lang="en-US" i="1" baseline="-250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853937-FE43-9E4C-993C-D729F48B5BB6}"/>
              </a:ext>
            </a:extLst>
          </p:cNvPr>
          <p:cNvSpPr txBox="1"/>
          <p:nvPr/>
        </p:nvSpPr>
        <p:spPr>
          <a:xfrm>
            <a:off x="4679186" y="4206240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</a:t>
            </a:r>
            <a:r>
              <a:rPr lang="en-US" i="1" baseline="-25000" dirty="0"/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AA74F3-6792-384D-9672-0B491EC25512}"/>
                  </a:ext>
                </a:extLst>
              </p:cNvPr>
              <p:cNvSpPr txBox="1"/>
              <p:nvPr/>
            </p:nvSpPr>
            <p:spPr>
              <a:xfrm>
                <a:off x="8353862" y="3802060"/>
                <a:ext cx="1333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{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sSub>
                      <m:sSubPr>
                        <m:ctrlPr>
                          <a:rPr lang="en-US" i="1" baseline="-250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}</a:t>
                </a:r>
                <a:endParaRPr lang="en-US" baseline="-250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AA74F3-6792-384D-9672-0B491EC25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862" y="3802060"/>
                <a:ext cx="1333122" cy="369332"/>
              </a:xfrm>
              <a:prstGeom prst="rect">
                <a:avLst/>
              </a:prstGeom>
              <a:blipFill>
                <a:blip r:embed="rId7"/>
                <a:stretch>
                  <a:fillRect l="-3774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>
            <a:extLst>
              <a:ext uri="{FF2B5EF4-FFF2-40B4-BE49-F238E27FC236}">
                <a16:creationId xmlns:a16="http://schemas.microsoft.com/office/drawing/2014/main" id="{EC011778-44E5-BE4E-9B20-33F46E6F5A46}"/>
              </a:ext>
            </a:extLst>
          </p:cNvPr>
          <p:cNvSpPr/>
          <p:nvPr/>
        </p:nvSpPr>
        <p:spPr>
          <a:xfrm>
            <a:off x="7360184" y="3644256"/>
            <a:ext cx="3429000" cy="655313"/>
          </a:xfrm>
          <a:prstGeom prst="rect">
            <a:avLst/>
          </a:prstGeom>
          <a:noFill/>
          <a:ln w="19050">
            <a:solidFill>
              <a:srgbClr val="0432FF">
                <a:alpha val="92000"/>
              </a:srgbClr>
            </a:solidFill>
          </a:ln>
          <a:effectLst>
            <a:glow rad="63500">
              <a:schemeClr val="accent1">
                <a:lumMod val="60000"/>
                <a:lumOff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A074E3FA-EE30-094A-9EE3-90608F6EB0D8}"/>
              </a:ext>
            </a:extLst>
          </p:cNvPr>
          <p:cNvSpPr/>
          <p:nvPr/>
        </p:nvSpPr>
        <p:spPr>
          <a:xfrm rot="10800000">
            <a:off x="8854809" y="2432671"/>
            <a:ext cx="439749" cy="587794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50F864-2C08-3649-BFFE-08A2D575BF14}"/>
              </a:ext>
            </a:extLst>
          </p:cNvPr>
          <p:cNvSpPr txBox="1"/>
          <p:nvPr/>
        </p:nvSpPr>
        <p:spPr>
          <a:xfrm>
            <a:off x="7453535" y="3046827"/>
            <a:ext cx="3244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quantum system dynamics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CD2B08-C7DE-4F42-A723-F76C93048200}"/>
              </a:ext>
            </a:extLst>
          </p:cNvPr>
          <p:cNvSpPr txBox="1"/>
          <p:nvPr/>
        </p:nvSpPr>
        <p:spPr>
          <a:xfrm>
            <a:off x="5524182" y="2697480"/>
            <a:ext cx="15126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(always-on </a:t>
            </a:r>
            <a:r>
              <a:rPr lang="en-US" sz="1600" i="1" dirty="0"/>
              <a:t>P-M</a:t>
            </a:r>
            <a:r>
              <a:rPr lang="en-US" sz="1600" dirty="0"/>
              <a:t> </a:t>
            </a:r>
          </a:p>
          <a:p>
            <a:pPr algn="ctr"/>
            <a:r>
              <a:rPr lang="en-US" sz="1600" dirty="0"/>
              <a:t>coupling)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D2606B3-7FB0-1A4C-9A06-6AE21B4BA3BB}"/>
              </a:ext>
            </a:extLst>
          </p:cNvPr>
          <p:cNvCxnSpPr>
            <a:cxnSpLocks/>
          </p:cNvCxnSpPr>
          <p:nvPr/>
        </p:nvCxnSpPr>
        <p:spPr>
          <a:xfrm flipV="1">
            <a:off x="5236648" y="2998980"/>
            <a:ext cx="370362" cy="163815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31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220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531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 of a system&#10;&#10;Description automatically generated with medium confidence">
            <a:extLst>
              <a:ext uri="{FF2B5EF4-FFF2-40B4-BE49-F238E27FC236}">
                <a16:creationId xmlns:a16="http://schemas.microsoft.com/office/drawing/2014/main" id="{AD260747-B0C0-1348-926F-1EC1B0633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332" y="1494028"/>
            <a:ext cx="4800600" cy="3200400"/>
          </a:xfrm>
          <a:prstGeom prst="rect">
            <a:avLst/>
          </a:prstGeom>
        </p:spPr>
      </p:pic>
      <p:pic>
        <p:nvPicPr>
          <p:cNvPr id="4" name="Picture 3" descr="A diagram of a diagram of a system&#10;&#10;Description automatically generated with medium confidence">
            <a:extLst>
              <a:ext uri="{FF2B5EF4-FFF2-40B4-BE49-F238E27FC236}">
                <a16:creationId xmlns:a16="http://schemas.microsoft.com/office/drawing/2014/main" id="{EF6F2287-1B7A-5C43-B86B-C880909DD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" y="1494028"/>
            <a:ext cx="48006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594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69</Words>
  <Application>Microsoft Macintosh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a47095</dc:creator>
  <cp:lastModifiedBy>a47095</cp:lastModifiedBy>
  <cp:revision>9</cp:revision>
  <cp:lastPrinted>2026-02-16T02:37:24Z</cp:lastPrinted>
  <dcterms:created xsi:type="dcterms:W3CDTF">2026-02-15T11:27:05Z</dcterms:created>
  <dcterms:modified xsi:type="dcterms:W3CDTF">2026-02-16T02:37:27Z</dcterms:modified>
</cp:coreProperties>
</file>