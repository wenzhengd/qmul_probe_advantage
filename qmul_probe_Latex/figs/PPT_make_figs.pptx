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47095" initials="a" lastIdx="1" clrIdx="0">
    <p:extLst>
      <p:ext uri="{19B8F6BF-5375-455C-9EA6-DF929625EA0E}">
        <p15:presenceInfo xmlns:p15="http://schemas.microsoft.com/office/powerpoint/2012/main" userId="S::a47095@t1a3.top::de7b30e3-e465-4db3-9716-b2c501e86c7e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E8F6"/>
    <a:srgbClr val="E6D3F4"/>
    <a:srgbClr val="D073E8"/>
    <a:srgbClr val="EE27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82"/>
    <p:restoredTop sz="94709"/>
  </p:normalViewPr>
  <p:slideViewPr>
    <p:cSldViewPr snapToGrid="0" snapToObjects="1">
      <p:cViewPr varScale="1">
        <p:scale>
          <a:sx n="182" d="100"/>
          <a:sy n="182" d="100"/>
        </p:scale>
        <p:origin x="184" y="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2-15T20:41:18.316" idx="1">
    <p:pos x="10" y="10"/>
    <p:text/>
    <p:extLst>
      <p:ext uri="{C676402C-5697-4E1C-873F-D02D1690AC5C}">
        <p15:threadingInfo xmlns:p15="http://schemas.microsoft.com/office/powerpoint/2012/main" timeZoneBias="-480"/>
      </p:ext>
    </p:extLs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8B62B-9AC1-5342-9E93-F29AF02CED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1243BC-E824-3645-9105-8BA5C20DC0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47CC39-1E63-6D41-89D4-EEADD74BC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982D5B-6925-4247-B181-DD02979FBDBC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F94610-0072-8D4F-923C-CA203B268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750287-E965-1940-8ED3-FD0C1DF92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336F59-F042-5D4F-A4C6-AB1781E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399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4CA702-E59E-1942-A422-E9E3AE417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82118C-4585-1A4A-9E08-3DA0408517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7DD58-2864-5340-B822-5A8302D64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982D5B-6925-4247-B181-DD02979FBDBC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8CB798-F5AE-BB47-A60B-D4D7AF277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E96446-9AAC-224A-AC74-9174FDC6B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336F59-F042-5D4F-A4C6-AB1781E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3389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32624-E8F5-2A49-A643-9CA670FE0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807242-164D-8D48-B4D6-4087592676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249E6F-D7EA-F04F-8DFF-B99906D1F8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982D5B-6925-4247-B181-DD02979FBDBC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9FBE45-BF22-E146-96B1-021AD529A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F4CAE7-BE64-6540-B53A-E8422AD2A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336F59-F042-5D4F-A4C6-AB1781E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46429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C8EE9-69E8-1346-B331-A2863327C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418ED9-179C-F643-A288-4F62767790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2E4766-8F5E-3D4B-B57C-2C45A392A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6344F3-6C03-DC4C-B810-E6CA77D4C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982D5B-6925-4247-B181-DD02979FBDBC}" type="datetimeFigureOut">
              <a:rPr lang="en-US" smtClean="0"/>
              <a:t>2/15/26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31710C-DBFC-1C4F-850D-5859B6511C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F59B34-9E7A-4743-9D10-CD17C36FBF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336F59-F042-5D4F-A4C6-AB1781E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1053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EB9FF-0D71-CA45-85D0-118A7206A8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49B231-3409-214F-98C5-D565BB5B23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49ED4-857F-2441-8263-2003407673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03D742-F990-D849-8A97-8A3CCED020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922163-33C3-D842-82E7-C205662757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F519849-F06C-7D46-B155-B5D3DCCAC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982D5B-6925-4247-B181-DD02979FBDBC}" type="datetimeFigureOut">
              <a:rPr lang="en-US" smtClean="0"/>
              <a:t>2/15/26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1DB5FA8-7975-9445-A189-351C15277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F24F270-8619-D744-9F1A-3A1B6796F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336F59-F042-5D4F-A4C6-AB1781E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2634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1866F-C0FD-4441-8AF4-5144F8918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AA2DF9-7793-C445-B73D-A6D2E9E5CD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982D5B-6925-4247-B181-DD02979FBDBC}" type="datetimeFigureOut">
              <a:rPr lang="en-US" smtClean="0"/>
              <a:t>2/15/26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2EE796-2CA5-2647-9C95-FB38E8D20B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C1FB23-F564-7E40-9AEE-DA11AD336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336F59-F042-5D4F-A4C6-AB1781E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48348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BE0D297-2207-E246-A312-7EE616DA3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982D5B-6925-4247-B181-DD02979FBDBC}" type="datetimeFigureOut">
              <a:rPr lang="en-US" smtClean="0"/>
              <a:t>2/15/26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0567ED9-CCE0-B446-AB8A-8C0D1EE8D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7C7710-C762-714D-A640-6C014F73F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336F59-F042-5D4F-A4C6-AB1781E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5658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69A0A0-DB65-6443-BE12-131B8D2DC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C715C7-5935-964A-8418-208583332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7B2A8E-68ED-864A-A074-6E0088A1BE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B6589E-AD9F-B346-B2AF-EBA286C47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982D5B-6925-4247-B181-DD02979FBDBC}" type="datetimeFigureOut">
              <a:rPr lang="en-US" smtClean="0"/>
              <a:t>2/15/26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B32F06-41FD-1A49-A8AE-38CD38638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E22419-5CB7-CF40-8043-80A43CC40D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336F59-F042-5D4F-A4C6-AB1781E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4751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ACC44-D743-104D-BB83-97D754A39E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C57A76F-E6E8-FB46-B71F-E8A8012281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C3A982-A246-2640-99F0-610954B22E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46E5FA-0092-024C-8E56-BA32BF66F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982D5B-6925-4247-B181-DD02979FBDBC}" type="datetimeFigureOut">
              <a:rPr lang="en-US" smtClean="0"/>
              <a:t>2/15/26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DD6BD9-1DA9-1B48-8876-B27D96F934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7ED5BC-ED50-5044-A2EA-01005A56B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336F59-F042-5D4F-A4C6-AB1781E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48290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F0117-7485-A944-A44B-C4248BBC7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62FB4B-1BF3-214B-9746-935D5BEF43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797E2-570A-D94A-AFC0-B2512557B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982D5B-6925-4247-B181-DD02979FBDBC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2CD396-5E50-2041-B791-36FC8C4509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1C161-74D9-7E4A-B7B9-A3217B8D5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336F59-F042-5D4F-A4C6-AB1781E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3408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91941E6-37D3-834B-928F-C43A7564E3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080637-38DF-0D4D-94D3-301AB05E27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9537CA-03B0-744F-856E-F4A0A448B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982D5B-6925-4247-B181-DD02979FBDBC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4978D4-DFAF-6A46-BE15-B4C6531D3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850302-7A67-C145-B6E8-5C804B9CE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336F59-F042-5D4F-A4C6-AB1781E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62040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F2E51C-9948-DC4D-AFCC-8B10591B9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BDFD70-BE1F-7742-849E-020FBCADE1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7CBFE9-1E8F-3048-B3C7-0BAE1C25B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982D5B-6925-4247-B181-DD02979FBDBC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7D7CD0-39B0-BB46-9F5B-9F8127D3CF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7B3EAC-97FD-7C44-8909-629059F4BF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336F59-F042-5D4F-A4C6-AB1781E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0929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comments" Target="../comments/comment1.xml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72FAA6F-EDD3-1249-B6F7-7540FF9163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24455"/>
            <a:ext cx="12192000" cy="3009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0678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green tube with a light coming out of it&#10;&#10;Description automatically generated">
            <a:extLst>
              <a:ext uri="{FF2B5EF4-FFF2-40B4-BE49-F238E27FC236}">
                <a16:creationId xmlns:a16="http://schemas.microsoft.com/office/drawing/2014/main" id="{B3F466AD-D41F-2B49-9BCF-4B492B33B1E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5065" r="24591" b="15929"/>
          <a:stretch/>
        </p:blipFill>
        <p:spPr>
          <a:xfrm>
            <a:off x="6765209" y="1557225"/>
            <a:ext cx="1690392" cy="1031272"/>
          </a:xfrm>
          <a:prstGeom prst="flowChartPunchedCard">
            <a:avLst/>
          </a:prstGeom>
        </p:spPr>
      </p:pic>
      <p:pic>
        <p:nvPicPr>
          <p:cNvPr id="4" name="Picture 3" descr="A close-up of a diagram&#10;&#10;Description automatically generated">
            <a:extLst>
              <a:ext uri="{FF2B5EF4-FFF2-40B4-BE49-F238E27FC236}">
                <a16:creationId xmlns:a16="http://schemas.microsoft.com/office/drawing/2014/main" id="{EF89A3EC-9D05-244A-8733-184E48F88BB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2124"/>
          <a:stretch/>
        </p:blipFill>
        <p:spPr>
          <a:xfrm>
            <a:off x="2175006" y="1607130"/>
            <a:ext cx="2778391" cy="3200400"/>
          </a:xfrm>
          <a:prstGeom prst="rect">
            <a:avLst/>
          </a:prstGeom>
        </p:spPr>
      </p:pic>
      <p:pic>
        <p:nvPicPr>
          <p:cNvPr id="5" name="Picture 4" descr="A close-up of a diagram&#10;&#10;Description automatically generated">
            <a:extLst>
              <a:ext uri="{FF2B5EF4-FFF2-40B4-BE49-F238E27FC236}">
                <a16:creationId xmlns:a16="http://schemas.microsoft.com/office/drawing/2014/main" id="{45C0012D-38E9-3B4E-A106-3E35F988CC8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693" t="26945" r="54653" b="34669"/>
          <a:stretch/>
        </p:blipFill>
        <p:spPr>
          <a:xfrm rot="5400000">
            <a:off x="6830211" y="2648081"/>
            <a:ext cx="1807602" cy="1228507"/>
          </a:xfrm>
          <a:prstGeom prst="rect">
            <a:avLst/>
          </a:prstGeom>
        </p:spPr>
      </p:pic>
      <p:pic>
        <p:nvPicPr>
          <p:cNvPr id="3" name="Picture 2" descr="A close-up of a diagram&#10;&#10;Description automatically generated">
            <a:extLst>
              <a:ext uri="{FF2B5EF4-FFF2-40B4-BE49-F238E27FC236}">
                <a16:creationId xmlns:a16="http://schemas.microsoft.com/office/drawing/2014/main" id="{35E9119E-8357-674E-86E0-EF9C9AC1AAD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7625"/>
          <a:stretch/>
        </p:blipFill>
        <p:spPr>
          <a:xfrm>
            <a:off x="8455601" y="1711009"/>
            <a:ext cx="2514309" cy="3200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CE9871B-4CAA-104F-B94B-BCD8EBB2BD76}"/>
              </a:ext>
            </a:extLst>
          </p:cNvPr>
          <p:cNvSpPr txBox="1"/>
          <p:nvPr/>
        </p:nvSpPr>
        <p:spPr>
          <a:xfrm>
            <a:off x="3346032" y="1341677"/>
            <a:ext cx="4363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(a)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59B006-29F3-3B43-B842-40D8D1D4FA85}"/>
              </a:ext>
            </a:extLst>
          </p:cNvPr>
          <p:cNvSpPr txBox="1"/>
          <p:nvPr/>
        </p:nvSpPr>
        <p:spPr>
          <a:xfrm>
            <a:off x="8673166" y="1344261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(b)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3620FE-EA86-9C42-9F4B-741FE874F3EE}"/>
              </a:ext>
            </a:extLst>
          </p:cNvPr>
          <p:cNvSpPr txBox="1"/>
          <p:nvPr/>
        </p:nvSpPr>
        <p:spPr>
          <a:xfrm>
            <a:off x="6522540" y="4014153"/>
            <a:ext cx="19645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quantum probe (P)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1D427D-94A8-1547-8D34-A7B4952C81FC}"/>
              </a:ext>
            </a:extLst>
          </p:cNvPr>
          <p:cNvSpPr txBox="1"/>
          <p:nvPr/>
        </p:nvSpPr>
        <p:spPr>
          <a:xfrm>
            <a:off x="8896945" y="4014153"/>
            <a:ext cx="2329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many-body system (M)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3A9629-9CC5-B645-9ABB-4261E6C6013D}"/>
              </a:ext>
            </a:extLst>
          </p:cNvPr>
          <p:cNvSpPr txBox="1"/>
          <p:nvPr/>
        </p:nvSpPr>
        <p:spPr>
          <a:xfrm>
            <a:off x="2526581" y="3950588"/>
            <a:ext cx="2329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many-body system (M)</a:t>
            </a:r>
          </a:p>
        </p:txBody>
      </p:sp>
      <p:pic>
        <p:nvPicPr>
          <p:cNvPr id="15" name="Graphic 14" descr="Heartbeat with solid fill">
            <a:extLst>
              <a:ext uri="{FF2B5EF4-FFF2-40B4-BE49-F238E27FC236}">
                <a16:creationId xmlns:a16="http://schemas.microsoft.com/office/drawing/2014/main" id="{1746B914-69C6-0F4A-9E1E-6358A330727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2204053">
            <a:off x="2698307" y="2327295"/>
            <a:ext cx="1140429" cy="669438"/>
          </a:xfrm>
          <a:prstGeom prst="rect">
            <a:avLst/>
          </a:prstGeom>
        </p:spPr>
      </p:pic>
      <p:sp>
        <p:nvSpPr>
          <p:cNvPr id="16" name="Oval 15">
            <a:extLst>
              <a:ext uri="{FF2B5EF4-FFF2-40B4-BE49-F238E27FC236}">
                <a16:creationId xmlns:a16="http://schemas.microsoft.com/office/drawing/2014/main" id="{1E3D900C-8AD8-9A4F-A566-CF37895A36D9}"/>
              </a:ext>
            </a:extLst>
          </p:cNvPr>
          <p:cNvSpPr/>
          <p:nvPr/>
        </p:nvSpPr>
        <p:spPr>
          <a:xfrm>
            <a:off x="3213052" y="2589586"/>
            <a:ext cx="914400" cy="914400"/>
          </a:xfrm>
          <a:prstGeom prst="ellipse">
            <a:avLst/>
          </a:prstGeom>
          <a:gradFill flip="none" rotWithShape="1">
            <a:gsLst>
              <a:gs pos="0">
                <a:schemeClr val="accent6"/>
              </a:gs>
              <a:gs pos="34000">
                <a:srgbClr val="EE27F3">
                  <a:alpha val="55310"/>
                </a:srgbClr>
              </a:gs>
              <a:gs pos="81000">
                <a:srgbClr val="D073E8">
                  <a:alpha val="27523"/>
                </a:srgbClr>
              </a:gs>
              <a:gs pos="100000">
                <a:srgbClr val="E6D3F4">
                  <a:alpha val="55869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glow rad="228600">
              <a:schemeClr val="accent3">
                <a:satMod val="175000"/>
                <a:alpha val="40000"/>
              </a:schemeClr>
            </a:glow>
            <a:softEdge rad="137786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4D83635-4CBF-344A-8989-3BCF7785E260}"/>
              </a:ext>
            </a:extLst>
          </p:cNvPr>
          <p:cNvSpPr/>
          <p:nvPr/>
        </p:nvSpPr>
        <p:spPr>
          <a:xfrm>
            <a:off x="7610405" y="2572419"/>
            <a:ext cx="439750" cy="429257"/>
          </a:xfrm>
          <a:prstGeom prst="ellipse">
            <a:avLst/>
          </a:prstGeom>
          <a:noFill/>
          <a:ln>
            <a:solidFill>
              <a:schemeClr val="tx1">
                <a:alpha val="3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762BA091-45E7-A14D-806D-B38A63EB3876}"/>
              </a:ext>
            </a:extLst>
          </p:cNvPr>
          <p:cNvSpPr/>
          <p:nvPr/>
        </p:nvSpPr>
        <p:spPr>
          <a:xfrm>
            <a:off x="7610405" y="3413597"/>
            <a:ext cx="439750" cy="429257"/>
          </a:xfrm>
          <a:prstGeom prst="ellipse">
            <a:avLst/>
          </a:prstGeom>
          <a:noFill/>
          <a:ln>
            <a:solidFill>
              <a:schemeClr val="tx1">
                <a:alpha val="3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4713862-B1E8-4D41-A441-7A7078F133F5}"/>
              </a:ext>
            </a:extLst>
          </p:cNvPr>
          <p:cNvSpPr/>
          <p:nvPr/>
        </p:nvSpPr>
        <p:spPr>
          <a:xfrm>
            <a:off x="7769786" y="2993008"/>
            <a:ext cx="439750" cy="429257"/>
          </a:xfrm>
          <a:prstGeom prst="ellipse">
            <a:avLst/>
          </a:prstGeom>
          <a:noFill/>
          <a:ln>
            <a:solidFill>
              <a:schemeClr val="tx1">
                <a:alpha val="3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A3544F1-B80A-7E4F-A669-1994840D960E}"/>
              </a:ext>
            </a:extLst>
          </p:cNvPr>
          <p:cNvSpPr/>
          <p:nvPr/>
        </p:nvSpPr>
        <p:spPr>
          <a:xfrm>
            <a:off x="9210606" y="2727357"/>
            <a:ext cx="274320" cy="274320"/>
          </a:xfrm>
          <a:prstGeom prst="ellipse">
            <a:avLst/>
          </a:prstGeom>
          <a:solidFill>
            <a:schemeClr val="bg1">
              <a:lumMod val="75000"/>
              <a:alpha val="53665"/>
            </a:schemeClr>
          </a:solidFill>
          <a:ln>
            <a:solidFill>
              <a:schemeClr val="tx1">
                <a:alpha val="3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90141D5C-D353-D04C-BF1D-BC3DE574C18B}"/>
              </a:ext>
            </a:extLst>
          </p:cNvPr>
          <p:cNvSpPr/>
          <p:nvPr/>
        </p:nvSpPr>
        <p:spPr>
          <a:xfrm>
            <a:off x="9614841" y="3016568"/>
            <a:ext cx="618065" cy="274320"/>
          </a:xfrm>
          <a:prstGeom prst="ellipse">
            <a:avLst/>
          </a:prstGeom>
          <a:solidFill>
            <a:schemeClr val="bg1">
              <a:lumMod val="75000"/>
              <a:alpha val="53665"/>
            </a:schemeClr>
          </a:solidFill>
          <a:ln>
            <a:solidFill>
              <a:schemeClr val="tx1">
                <a:alpha val="3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3C9A97A3-38B6-EA40-8E31-8EFBBB138C57}"/>
              </a:ext>
            </a:extLst>
          </p:cNvPr>
          <p:cNvSpPr/>
          <p:nvPr/>
        </p:nvSpPr>
        <p:spPr>
          <a:xfrm>
            <a:off x="8866861" y="3288883"/>
            <a:ext cx="618065" cy="610715"/>
          </a:xfrm>
          <a:prstGeom prst="ellipse">
            <a:avLst/>
          </a:prstGeom>
          <a:solidFill>
            <a:schemeClr val="bg1">
              <a:lumMod val="75000"/>
              <a:alpha val="53665"/>
            </a:schemeClr>
          </a:solidFill>
          <a:ln>
            <a:solidFill>
              <a:schemeClr val="tx1">
                <a:alpha val="3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8FD5BBA-EC9A-F541-BB34-AC611EDEDED7}"/>
              </a:ext>
            </a:extLst>
          </p:cNvPr>
          <p:cNvCxnSpPr>
            <a:cxnSpLocks/>
            <a:endCxn id="20" idx="2"/>
          </p:cNvCxnSpPr>
          <p:nvPr/>
        </p:nvCxnSpPr>
        <p:spPr>
          <a:xfrm>
            <a:off x="7971467" y="2805846"/>
            <a:ext cx="1239139" cy="58671"/>
          </a:xfrm>
          <a:prstGeom prst="line">
            <a:avLst/>
          </a:prstGeom>
          <a:ln w="38100" cmpd="sng">
            <a:gradFill flip="none" rotWithShape="1">
              <a:gsLst>
                <a:gs pos="0">
                  <a:schemeClr val="accent1">
                    <a:lumMod val="50000"/>
                    <a:alpha val="48000"/>
                  </a:schemeClr>
                </a:gs>
                <a:gs pos="32000">
                  <a:schemeClr val="accent6">
                    <a:lumMod val="60000"/>
                    <a:lumOff val="40000"/>
                    <a:alpha val="69000"/>
                  </a:schemeClr>
                </a:gs>
                <a:gs pos="62000">
                  <a:srgbClr val="00B0F0">
                    <a:alpha val="70768"/>
                  </a:srgbClr>
                </a:gs>
                <a:gs pos="100000">
                  <a:schemeClr val="accent2">
                    <a:lumMod val="75000"/>
                    <a:alpha val="39932"/>
                  </a:schemeClr>
                </a:gs>
              </a:gsLst>
              <a:lin ang="0" scaled="1"/>
              <a:tileRect/>
            </a:gradFill>
            <a:prstDash val="dash"/>
            <a:round/>
          </a:ln>
          <a:effectLst>
            <a:glow rad="139700">
              <a:schemeClr val="accent4">
                <a:satMod val="175000"/>
                <a:alpha val="40000"/>
              </a:schemeClr>
            </a:glow>
            <a:softEdge rad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D11F635-56E1-BC43-BDCA-26EB3946CAD5}"/>
              </a:ext>
            </a:extLst>
          </p:cNvPr>
          <p:cNvCxnSpPr>
            <a:cxnSpLocks/>
            <a:endCxn id="21" idx="2"/>
          </p:cNvCxnSpPr>
          <p:nvPr/>
        </p:nvCxnSpPr>
        <p:spPr>
          <a:xfrm flipV="1">
            <a:off x="8021233" y="3153728"/>
            <a:ext cx="1593608" cy="53602"/>
          </a:xfrm>
          <a:prstGeom prst="line">
            <a:avLst/>
          </a:prstGeom>
          <a:ln w="38100" cmpd="sng">
            <a:gradFill flip="none" rotWithShape="1">
              <a:gsLst>
                <a:gs pos="0">
                  <a:schemeClr val="accent1">
                    <a:lumMod val="50000"/>
                    <a:alpha val="48000"/>
                  </a:schemeClr>
                </a:gs>
                <a:gs pos="32000">
                  <a:schemeClr val="accent6">
                    <a:lumMod val="60000"/>
                    <a:lumOff val="40000"/>
                    <a:alpha val="69000"/>
                  </a:schemeClr>
                </a:gs>
                <a:gs pos="62000">
                  <a:srgbClr val="00B0F0">
                    <a:alpha val="70768"/>
                  </a:srgbClr>
                </a:gs>
                <a:gs pos="100000">
                  <a:schemeClr val="accent2">
                    <a:lumMod val="75000"/>
                    <a:alpha val="39932"/>
                  </a:schemeClr>
                </a:gs>
              </a:gsLst>
              <a:lin ang="0" scaled="1"/>
              <a:tileRect/>
            </a:gradFill>
            <a:prstDash val="dash"/>
            <a:round/>
          </a:ln>
          <a:effectLst>
            <a:glow rad="139700">
              <a:schemeClr val="accent4">
                <a:satMod val="175000"/>
                <a:alpha val="40000"/>
              </a:schemeClr>
            </a:glow>
            <a:softEdge rad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CC9A07C-FE53-1945-AEF1-A4FEDA4149D4}"/>
              </a:ext>
            </a:extLst>
          </p:cNvPr>
          <p:cNvCxnSpPr>
            <a:cxnSpLocks/>
          </p:cNvCxnSpPr>
          <p:nvPr/>
        </p:nvCxnSpPr>
        <p:spPr>
          <a:xfrm flipV="1">
            <a:off x="7989661" y="3593564"/>
            <a:ext cx="1168901" cy="43838"/>
          </a:xfrm>
          <a:prstGeom prst="line">
            <a:avLst/>
          </a:prstGeom>
          <a:ln w="38100" cmpd="sng">
            <a:gradFill flip="none" rotWithShape="1">
              <a:gsLst>
                <a:gs pos="0">
                  <a:schemeClr val="accent1">
                    <a:lumMod val="50000"/>
                    <a:alpha val="48000"/>
                  </a:schemeClr>
                </a:gs>
                <a:gs pos="32000">
                  <a:schemeClr val="accent6">
                    <a:lumMod val="60000"/>
                    <a:lumOff val="40000"/>
                    <a:alpha val="69000"/>
                  </a:schemeClr>
                </a:gs>
                <a:gs pos="62000">
                  <a:srgbClr val="00B0F0">
                    <a:alpha val="70768"/>
                  </a:srgbClr>
                </a:gs>
                <a:gs pos="100000">
                  <a:schemeClr val="accent2">
                    <a:lumMod val="75000"/>
                    <a:alpha val="39932"/>
                  </a:schemeClr>
                </a:gs>
              </a:gsLst>
              <a:lin ang="0" scaled="1"/>
              <a:tileRect/>
            </a:gradFill>
            <a:prstDash val="dash"/>
            <a:round/>
          </a:ln>
          <a:effectLst>
            <a:glow rad="139700">
              <a:schemeClr val="accent4">
                <a:satMod val="175000"/>
                <a:alpha val="40000"/>
              </a:schemeClr>
            </a:glow>
            <a:softEdge rad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Down Arrow 37">
            <a:extLst>
              <a:ext uri="{FF2B5EF4-FFF2-40B4-BE49-F238E27FC236}">
                <a16:creationId xmlns:a16="http://schemas.microsoft.com/office/drawing/2014/main" id="{711AE9E9-80BD-5F4A-8DD6-1EEB2C124CA2}"/>
              </a:ext>
            </a:extLst>
          </p:cNvPr>
          <p:cNvSpPr/>
          <p:nvPr/>
        </p:nvSpPr>
        <p:spPr>
          <a:xfrm>
            <a:off x="3399335" y="4436197"/>
            <a:ext cx="439749" cy="298351"/>
          </a:xfrm>
          <a:prstGeom prst="downArrow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Down Arrow 38">
            <a:extLst>
              <a:ext uri="{FF2B5EF4-FFF2-40B4-BE49-F238E27FC236}">
                <a16:creationId xmlns:a16="http://schemas.microsoft.com/office/drawing/2014/main" id="{63A8F5E8-7D3C-C84C-88EC-824EE1E29C0C}"/>
              </a:ext>
            </a:extLst>
          </p:cNvPr>
          <p:cNvSpPr/>
          <p:nvPr/>
        </p:nvSpPr>
        <p:spPr>
          <a:xfrm>
            <a:off x="8672293" y="4473687"/>
            <a:ext cx="439749" cy="298351"/>
          </a:xfrm>
          <a:prstGeom prst="downArrow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A14A46C-B57B-8A4C-A7B3-F1A7E1259741}"/>
                  </a:ext>
                </a:extLst>
              </p:cNvPr>
              <p:cNvSpPr txBox="1"/>
              <p:nvPr/>
            </p:nvSpPr>
            <p:spPr>
              <a:xfrm>
                <a:off x="2743200" y="5025710"/>
                <a:ext cx="2379049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b="0" dirty="0"/>
              </a:p>
              <a:p>
                <a:pPr algn="ctr"/>
                <a:r>
                  <a:rPr lang="en-US" dirty="0"/>
                  <a:t>….</a:t>
                </a:r>
              </a:p>
              <a:p>
                <a:pPr algn="ctr"/>
                <a:r>
                  <a:rPr lang="en-US" dirty="0"/>
                  <a:t>1 correlator at </a:t>
                </a:r>
                <a:r>
                  <a:rPr lang="en-US" i="1" dirty="0"/>
                  <a:t>k</a:t>
                </a:r>
                <a:r>
                  <a:rPr lang="en-US" baseline="30000" dirty="0"/>
                  <a:t>th</a:t>
                </a:r>
                <a:r>
                  <a:rPr lang="en-US" dirty="0"/>
                  <a:t> order</a:t>
                </a:r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A14A46C-B57B-8A4C-A7B3-F1A7E12597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3200" y="5025710"/>
                <a:ext cx="2379049" cy="923330"/>
              </a:xfrm>
              <a:prstGeom prst="rect">
                <a:avLst/>
              </a:prstGeom>
              <a:blipFill>
                <a:blip r:embed="rId6"/>
                <a:stretch>
                  <a:fillRect l="-2128" r="-1596" b="-94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F78CA883-FDE7-5947-981C-B05AA81F5012}"/>
                  </a:ext>
                </a:extLst>
              </p:cNvPr>
              <p:cNvSpPr txBox="1"/>
              <p:nvPr/>
            </p:nvSpPr>
            <p:spPr>
              <a:xfrm>
                <a:off x="7354077" y="5090674"/>
                <a:ext cx="3186578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{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b="0" dirty="0"/>
              </a:p>
              <a:p>
                <a:pPr algn="ctr"/>
                <a:r>
                  <a:rPr lang="en-US" dirty="0"/>
                  <a:t>….</a:t>
                </a:r>
              </a:p>
              <a:p>
                <a:pPr algn="ctr"/>
                <a:r>
                  <a:rPr lang="en-US" dirty="0"/>
                  <a:t>2</a:t>
                </a:r>
                <a:r>
                  <a:rPr lang="en-US" baseline="30000" dirty="0"/>
                  <a:t>k-1</a:t>
                </a:r>
                <a:r>
                  <a:rPr lang="en-US" dirty="0"/>
                  <a:t> correlators at </a:t>
                </a:r>
                <a:r>
                  <a:rPr lang="en-US" i="1" dirty="0"/>
                  <a:t>k</a:t>
                </a:r>
                <a:r>
                  <a:rPr lang="en-US" baseline="30000" dirty="0"/>
                  <a:t>th</a:t>
                </a:r>
                <a:r>
                  <a:rPr lang="en-US" dirty="0"/>
                  <a:t> order</a:t>
                </a:r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F78CA883-FDE7-5947-981C-B05AA81F50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4077" y="5090674"/>
                <a:ext cx="3186578" cy="923330"/>
              </a:xfrm>
              <a:prstGeom prst="rect">
                <a:avLst/>
              </a:prstGeom>
              <a:blipFill>
                <a:blip r:embed="rId7"/>
                <a:stretch>
                  <a:fillRect b="-94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84134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43138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802201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085313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diagram of a system&#10;&#10;Description automatically generated with medium confidence">
            <a:extLst>
              <a:ext uri="{FF2B5EF4-FFF2-40B4-BE49-F238E27FC236}">
                <a16:creationId xmlns:a16="http://schemas.microsoft.com/office/drawing/2014/main" id="{AD260747-B0C0-1348-926F-1EC1B06337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3332" y="1494028"/>
            <a:ext cx="4800600" cy="3200400"/>
          </a:xfrm>
          <a:prstGeom prst="rect">
            <a:avLst/>
          </a:prstGeom>
        </p:spPr>
      </p:pic>
      <p:pic>
        <p:nvPicPr>
          <p:cNvPr id="4" name="Picture 3" descr="A diagram of a diagram of a system&#10;&#10;Description automatically generated with medium confidence">
            <a:extLst>
              <a:ext uri="{FF2B5EF4-FFF2-40B4-BE49-F238E27FC236}">
                <a16:creationId xmlns:a16="http://schemas.microsoft.com/office/drawing/2014/main" id="{EF6F2287-1B7A-5C43-B86B-C880909DD2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636" y="1494028"/>
            <a:ext cx="4800600" cy="320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15943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43</Words>
  <Application>Microsoft Macintosh PowerPoint</Application>
  <PresentationFormat>Widescreen</PresentationFormat>
  <Paragraphs>11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a47095</dc:creator>
  <cp:lastModifiedBy>a47095</cp:lastModifiedBy>
  <cp:revision>2</cp:revision>
  <dcterms:created xsi:type="dcterms:W3CDTF">2026-02-15T11:27:05Z</dcterms:created>
  <dcterms:modified xsi:type="dcterms:W3CDTF">2026-02-15T12:46:38Z</dcterms:modified>
</cp:coreProperties>
</file>